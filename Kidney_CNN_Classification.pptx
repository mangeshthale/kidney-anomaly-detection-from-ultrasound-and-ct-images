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Distribution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129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Cysts</c:v>
                  </c:pt>
                  <c:pt idx="1">
                    <c:v>Normal</c:v>
                  </c:pt>
                  <c:pt idx="2">
                    <c:v>Stones</c:v>
                  </c:pt>
                  <c:pt idx="3">
                    <c:v>Tumors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3541</c:v>
                </c:pt>
                <c:pt idx="1">
                  <c:v>5077</c:v>
                </c:pt>
                <c:pt idx="2">
                  <c:v>4206</c:v>
                </c:pt>
                <c:pt idx="3">
                  <c:v>3264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Kidney CT Scan Classification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Convolutional Neural Network Approach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1295C"/>
                </a:solidFill>
              </a:rPr>
              <a:t>Achieving 89% Accuracy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657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Problem Statement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C3E50"/>
                </a:solidFill>
              </a:rPr>
              <a:t>Classify kidney CT scans into 4 categories: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Cysts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Normal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Stones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Tumors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846320" y="914400"/>
            <a:ext cx="3840480" cy="3657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0972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Dataset Details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Total Images: 13,088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Training Set: 9,161 (70%)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Validation Set: 1,963 (15%)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Test Set: 1,964 (15%)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Image Size: 128×128 pixels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Dataset Distribution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097280"/>
          <a:ext cx="7680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Note: Class weights applied during training to handle imbalance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Deep CNN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 Convolutional Blocks with BatchNormalization &amp; Dropout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463040" cy="182880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Block 1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Filters: 32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Size: 128×128→64×64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Dropout: 25%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03120" y="1828800"/>
            <a:ext cx="1463040" cy="182880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201168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Block 2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Filters: 64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Size: 64×64→32×32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Dropout: 25%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49040" y="1828800"/>
            <a:ext cx="1463040" cy="182880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0" y="201168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Block 3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Filters: 128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Size: 32×32→16×16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Dropout: 30%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4960" y="1828800"/>
            <a:ext cx="1463040" cy="182880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201168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Block 4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Filters: 256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Size: 16×16→8×8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Dropout: 30%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40880" y="1828800"/>
            <a:ext cx="1463040" cy="182880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201168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Block 5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Filters: 512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Size: 8×8→GAP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Dropout: 40%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Dense Layers: 512→256→4 (Softmax)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Data Augmentation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761"/>
                </a:solidFill>
              </a:rPr>
              <a:t>Geometric Transforms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Rotation: ±30°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Width/Height Shift: 25%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Shear: 25%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Zoom: 30%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Horizontal &amp; Vertical Flip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761"/>
                </a:solidFill>
              </a:rPr>
              <a:t>Photometric Transforms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Brightness: 0.7-1.3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Normalization: 1/255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761"/>
                </a:solidFill>
              </a:rPr>
              <a:t>Benefits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Improves generalization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Reduces overfitting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Training Configuration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Optimizer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Adam Optimizer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Learning Rate: 0.001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Beta1: 0.9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Beta2: 0.999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651760" cy="320040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9728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Loss &amp; Metrics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1737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Categorical Crossentropy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Accuracy Metric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Class Weights Applied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Batch Size: 32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651760" cy="320040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09728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Regularization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1737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Dropout: 25-50%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BatchNormalization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Early Stopping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Learning Rate Reduction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Model Performance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200400" cy="18288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89%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Test Accuracy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1097280"/>
            <a:ext cx="4572000" cy="18288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0" y="128016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761"/>
                </a:solidFill>
              </a:rPr>
              <a:t>Key Achievements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Balanced performance across all classes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Robust to data augmentation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Good generalization on test set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Efficient training with class weights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795528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8328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761"/>
                </a:solidFill>
              </a:rPr>
              <a:t>Model Complexity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Total Parameters: ~15M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5 Convolutional Blocks + 2 Dense Layers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Training Time: GPU-accelerated (T4)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Technical Highlights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46304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137160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Deep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5 conv blocks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Progressive filters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32→512 channels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3840480" cy="146304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1188720"/>
            <a:ext cx="137160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Regularization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1737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BatchNorm layers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Dropout: 25-50%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Early stopping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840480" cy="146304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17520"/>
            <a:ext cx="137160" cy="1463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Data Strategy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Class balancing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Strong augmentation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Proper splits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3017520"/>
            <a:ext cx="3840480" cy="146304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3017520"/>
            <a:ext cx="137160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Optimization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35661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Adam optimizer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LR scheduling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GAP pooling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Conclusion &amp; Future 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256032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828800"/>
            <a:ext cx="5852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CADCFC"/>
                </a:solidFill>
              </a:rPr>
              <a:t>Key Takeaways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Successfully built a deep CNN achieving 89% accuracy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Effective use of data augmentation and class balancing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Robust architecture with proper regularization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CADCFC"/>
                </a:solidFill>
              </a:rPr>
              <a:t>Future Directions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Transfer learning with pre-trained models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Ensemble methods for improved accuracy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Model deployment and clinical validation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Kidney CT Scan Classification using Deep CNN</dc:title>
  <dc:subject>PptxGenJS Presentation</dc:subject>
  <dc:creator>Deep Learning Team</dc:creator>
  <cp:lastModifiedBy>Deep Learning Team</cp:lastModifiedBy>
  <cp:revision>1</cp:revision>
  <dcterms:created xsi:type="dcterms:W3CDTF">2026-02-06T09:55:38Z</dcterms:created>
  <dcterms:modified xsi:type="dcterms:W3CDTF">2026-02-06T09:55:38Z</dcterms:modified>
</cp:coreProperties>
</file>